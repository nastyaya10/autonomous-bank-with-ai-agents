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4A8AF-EA0A-4ECA-B680-041DEA4CC9AC}" v="161" dt="2026-04-08T18:38:20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>
                <a:latin typeface="Calibri"/>
                <a:ea typeface="Calibri"/>
                <a:cs typeface="Calibri"/>
              </a:rPr>
              <a:t>Автономный банк с</a:t>
            </a:r>
            <a:br>
              <a:rPr lang="ru-RU">
                <a:latin typeface="Calibri"/>
                <a:ea typeface="Calibri"/>
                <a:cs typeface="Calibri"/>
              </a:rPr>
            </a:br>
            <a:r>
              <a:rPr lang="ru-RU">
                <a:latin typeface="Calibri"/>
                <a:ea typeface="Calibri"/>
                <a:cs typeface="Calibri"/>
              </a:rPr>
              <a:t>AI-агентами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046537"/>
            <a:ext cx="9144000" cy="12112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Calibri"/>
                <a:ea typeface="Calibri"/>
                <a:cs typeface="Calibri"/>
              </a:rPr>
              <a:t>Автор: Янко Анастасия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354BE-4155-8F58-3AE6-16F2C383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Calibri"/>
                <a:ea typeface="Calibri"/>
                <a:cs typeface="Calibri"/>
              </a:rPr>
              <a:t>Агенты и их роли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25A6EA-1334-BCEC-D7CC-08851B318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AutoNum type="arabicPeriod"/>
            </a:pPr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Выдающее отделение (LendingDepartment)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– инициирует кредитные сделки, предлагает ставку, реагирует на контрпредложения клиента в пределах лимитов (10–25%).</a:t>
            </a:r>
            <a:endParaRPr lang="ru-RU" sz="2000">
              <a:latin typeface="Calibri"/>
              <a:ea typeface="Calibri"/>
              <a:cs typeface="Calibri"/>
            </a:endParaRPr>
          </a:p>
          <a:p>
            <a:pPr>
              <a:buAutoNum type="arabicPeriod"/>
            </a:pPr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Клиент-кредитор (CreditClient)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– заёмщик. Торгуется, стремится снизить ставку (максимум 18%).</a:t>
            </a:r>
            <a:endParaRPr lang="ru-RU" sz="2000">
              <a:latin typeface="Calibri"/>
              <a:ea typeface="Calibri"/>
              <a:cs typeface="Calibri"/>
            </a:endParaRPr>
          </a:p>
          <a:p>
            <a:pPr>
              <a:buAutoNum type="arabicPeriod"/>
            </a:pPr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Принимающее отделение (DepositDepartment)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– инициирует депозитные сделки, запрашивает ставку у казначейства, передаёт предложение клиенту.</a:t>
            </a:r>
            <a:endParaRPr lang="ru-RU" sz="2000">
              <a:latin typeface="Calibri"/>
              <a:ea typeface="Calibri"/>
              <a:cs typeface="Calibri"/>
            </a:endParaRPr>
          </a:p>
          <a:p>
            <a:pPr>
              <a:buAutoNum type="arabicPeriod"/>
            </a:pPr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Клиент-вкладчик (DepositClient)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– вкладчик. Торгуется, стремится повысить ставку (минимум 8%).</a:t>
            </a:r>
            <a:endParaRPr lang="ru-RU" sz="2000">
              <a:latin typeface="Calibri"/>
              <a:ea typeface="Calibri"/>
              <a:cs typeface="Calibri"/>
            </a:endParaRPr>
          </a:p>
          <a:p>
            <a:pPr>
              <a:buAutoNum type="arabicPeriod"/>
            </a:pPr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Казначейство (Treasury)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– рассчитывает допустимую ставку по депозиту на основе текущего портфеля (чистая позиция кредиты–депозиты). Управляет ликвидностью.</a:t>
            </a:r>
            <a:endParaRPr lang="ru-RU" sz="2000">
              <a:latin typeface="Calibri"/>
              <a:ea typeface="Calibri"/>
              <a:cs typeface="Calibri"/>
            </a:endParaRPr>
          </a:p>
          <a:p>
            <a:pPr>
              <a:buAutoNum type="arabicPeriod"/>
            </a:pPr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Агент риски (RiskAgent)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– рассчитывает процентный GAP (разница активов и пассивов по срокам) и валютный GAP (всегда 0, т.к. операции в рублях).</a:t>
            </a:r>
            <a:endParaRPr lang="ru-RU" sz="20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ru-RU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3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5BF0-6EBD-27C7-2DC8-DFB7A95C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F9914-2D64-0F0F-7D0D-AA940F4A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Calibri"/>
                <a:ea typeface="Calibri"/>
                <a:cs typeface="Calibri"/>
              </a:rPr>
              <a:t>Ключевые диалоги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758804-903F-BC76-7F3C-F594AE53C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Кредит: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Отделение → Клиент → Клиент отвечает согласием/отказом/контрпредложением → Отделение подтверждает или отклоняет.</a:t>
            </a:r>
            <a:endParaRPr lang="ru-RU" sz="2000">
              <a:latin typeface="Calibri"/>
              <a:ea typeface="Calibri"/>
              <a:cs typeface="Calibri"/>
            </a:endParaRPr>
          </a:p>
          <a:p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Депозит: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Отделение запрашивает ставку у Казначейства → получает ответ → предлагает клиенту → клиент торгуется → при контрпредложении повторный запрос в Казначейство → фиксация сделки.</a:t>
            </a:r>
            <a:endParaRPr lang="ru-RU" sz="2000">
              <a:latin typeface="Calibri"/>
              <a:ea typeface="Calibri"/>
              <a:cs typeface="Calibri"/>
            </a:endParaRPr>
          </a:p>
          <a:p>
            <a:r>
              <a:rPr lang="ru-RU" sz="2000" b="1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Риски:</a:t>
            </a:r>
            <a:r>
              <a:rPr lang="ru-RU" sz="2000">
                <a:solidFill>
                  <a:srgbClr val="0F111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После каждой сделки портфель обновляется → Казначейство отправляет отчёт агенту риски → агент выводит процентный GAP.</a:t>
            </a:r>
            <a:endParaRPr lang="ru-RU" sz="2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75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766C3-3317-24D5-0FCE-0C748489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58DCF-A4D2-6FEC-FEAB-54353FDC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Calibri"/>
                <a:ea typeface="Calibri"/>
                <a:cs typeface="Calibri"/>
              </a:rPr>
              <a:t>Схема диалогов</a:t>
            </a:r>
          </a:p>
        </p:txBody>
      </p:sp>
      <p:pic>
        <p:nvPicPr>
          <p:cNvPr id="4" name="Объект 3" descr="Изображение выглядит как текст, диаграмм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C6AE5F-8845-1CD8-077B-62ECCC152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477" y="1541980"/>
            <a:ext cx="8972298" cy="49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219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4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Автономный банк с AI-агентами</vt:lpstr>
      <vt:lpstr>Агенты и их роли</vt:lpstr>
      <vt:lpstr>Ключевые диалоги</vt:lpstr>
      <vt:lpstr>Схема диалогов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109</cp:revision>
  <dcterms:created xsi:type="dcterms:W3CDTF">2026-03-17T13:06:46Z</dcterms:created>
  <dcterms:modified xsi:type="dcterms:W3CDTF">2026-04-08T18:39:13Z</dcterms:modified>
</cp:coreProperties>
</file>